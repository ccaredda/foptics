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001C-A27C-D328-B64F-2934C62E5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26C7F-41B3-C4B5-CA53-4229A4DE7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A50B-FE2F-6467-8E22-84371B51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EF871-AE7E-AB7F-F7C7-769BE4DE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35BB-C59D-5779-5AE9-16812CAB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29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FA15-E34A-A504-B33C-BB5C18B1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66DA-C4F0-F808-BB02-FFA21827B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830DF-EB23-7B3F-94E4-60800F78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C6153-37B3-C2B0-0CA7-42B7737C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2824-CA38-1E01-F190-B8BCDBFB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52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1A2C-FCC0-69E4-982A-4FBCF823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A42E8-DE74-5909-756C-05DEAC98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F3B2-9E14-E315-C107-30D658EE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C52B2-166F-10CC-92CD-3214BD26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B33AD-F283-08E8-89FE-7AA54887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86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E630-26F0-05EC-F5D4-46C824A0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786F-A43A-7383-511B-AE131490D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1856C-9F45-D2DB-E7DD-34033871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5EA7B-26F8-EF9E-7AB5-9CB38E36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9940-70B8-56D4-592E-C331D69B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97090-1107-3809-3A92-2BFDB8FD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92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B781-599A-A2C1-946B-80058002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75FED-6221-97BE-F3BE-B5BDD6BC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BB249-288F-9943-367C-9520F5C4F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8F125-63D1-D809-529A-A748F70DD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B8AEF-502D-19A7-EEFF-07BB0BCF5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519E0-4829-D1A8-17DE-432D5862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A11AA-A09D-D53C-10B8-620CBC47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09289D-B291-60C2-D7C6-5EAE7F3A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0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DFD0-3351-561C-6058-8FA158F1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E16EC-EAD6-8886-56C8-93DE851D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34DFB-ABF6-0124-FC02-87BB0EB0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B905D-36F5-88D2-EC80-D6DC275A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8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FDAF21-1F59-0ECE-B77B-FADD8863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09202-A713-49B4-E325-1B3AE7231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5D049-52B2-1472-0B30-CED72CAE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4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E6D2-3B90-8063-8F4E-8AE1C1BD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E672-FB6E-5487-EB73-E15DF480E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25308-8B29-2C97-6A59-77275F970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9C4F6-2D76-BF46-D8D9-C15A201D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1718-38BE-F3A3-E932-E8DE0C0C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2599E-E460-F799-E948-020C0C4F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6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0C2E-00A6-F8E5-EEAE-753023C2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B735-0C31-BE0A-C35D-4F71BBE4F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AF8E4-14B8-A8D6-73AD-A092A2E1D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CBD90-F3C4-CB6F-CC02-9F334381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0AD10-F892-6B02-D8C7-CE82AE62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1958-76F2-9218-93A9-42413240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22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5AAA-D460-7069-486E-3B1254D6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F8F27-6B68-B458-031E-FAF5AAB29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82A3-A23E-00E0-51C0-2A269CB1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9BBE-2E19-A8BE-6FF3-B4438E0E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B79E-C5EA-D30A-6A5F-9CAE95C3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65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55E9C3-8356-3BD7-F2D4-552893AB6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2DA6F-B573-46D5-FC85-BF41350A4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A41BD-016C-AD34-BD5C-65DFCF99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BB3E0-7BF1-7B77-57B3-9754C5E6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18C7-1F02-5136-59CE-79D7E155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64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B685A-B30D-F854-FAF4-777323E6D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D9D2F-2199-10CA-6F38-1900612A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28E6D-3849-792A-A673-AB203E556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0CE3F-F436-497A-B0E1-AA347F82A44F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5A8DB-F874-DC5C-7D68-6C1F2FEB8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E01FA-B7FF-A877-11E0-59C670102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07F06-75BE-4C5E-AD48-C04CC0B11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82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99246D-5C48-4F13-77C6-D8B7C4EF4DE4}"/>
              </a:ext>
            </a:extLst>
          </p:cNvPr>
          <p:cNvSpPr/>
          <p:nvPr/>
        </p:nvSpPr>
        <p:spPr>
          <a:xfrm>
            <a:off x="369300" y="2071262"/>
            <a:ext cx="912630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AloadData</a:t>
            </a:r>
            <a:endParaRPr lang="en-GB" sz="1200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1473B-5B3C-6EFC-AE4C-AE81C0A9D016}"/>
              </a:ext>
            </a:extLst>
          </p:cNvPr>
          <p:cNvSpPr/>
          <p:nvPr/>
        </p:nvSpPr>
        <p:spPr>
          <a:xfrm>
            <a:off x="2284083" y="1211038"/>
            <a:ext cx="1391166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APostAcquisition</a:t>
            </a:r>
            <a:endParaRPr lang="en-GB" sz="12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DE5B54-4118-2C9B-B817-BC0E88605E56}"/>
              </a:ext>
            </a:extLst>
          </p:cNvPr>
          <p:cNvSpPr/>
          <p:nvPr/>
        </p:nvSpPr>
        <p:spPr>
          <a:xfrm>
            <a:off x="2457819" y="2071262"/>
            <a:ext cx="1043694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HAcquisition</a:t>
            </a:r>
            <a:endParaRPr lang="en-GB" sz="1200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70D28-50D6-8ACF-597A-7A2385529C37}"/>
              </a:ext>
            </a:extLst>
          </p:cNvPr>
          <p:cNvSpPr/>
          <p:nvPr/>
        </p:nvSpPr>
        <p:spPr>
          <a:xfrm>
            <a:off x="2457819" y="3001589"/>
            <a:ext cx="1043694" cy="350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ARegistation</a:t>
            </a:r>
            <a:endParaRPr lang="en-GB" sz="12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1C47F6-BE79-2BA5-290E-3777B1A054A1}"/>
              </a:ext>
            </a:extLst>
          </p:cNvPr>
          <p:cNvSpPr/>
          <p:nvPr/>
        </p:nvSpPr>
        <p:spPr>
          <a:xfrm>
            <a:off x="6126480" y="2020969"/>
            <a:ext cx="1347216" cy="4572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Graphic interface classes</a:t>
            </a:r>
            <a:endParaRPr lang="en-GB" sz="12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5D2A1-07FB-8905-9728-2D129AA3039A}"/>
              </a:ext>
            </a:extLst>
          </p:cNvPr>
          <p:cNvSpPr/>
          <p:nvPr/>
        </p:nvSpPr>
        <p:spPr>
          <a:xfrm>
            <a:off x="4300728" y="1211038"/>
            <a:ext cx="1347216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HdisplayResults</a:t>
            </a:r>
            <a:endParaRPr lang="en-GB" sz="12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C44EB-C74D-E31E-B821-BAA1370846F1}"/>
              </a:ext>
            </a:extLst>
          </p:cNvPr>
          <p:cNvSpPr/>
          <p:nvPr/>
        </p:nvSpPr>
        <p:spPr>
          <a:xfrm>
            <a:off x="6126480" y="1211038"/>
            <a:ext cx="1347216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HImageDisplay</a:t>
            </a:r>
            <a:endParaRPr lang="en-GB" sz="12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255A0-6D16-796F-57D8-11915BB89120}"/>
              </a:ext>
            </a:extLst>
          </p:cNvPr>
          <p:cNvSpPr/>
          <p:nvPr/>
        </p:nvSpPr>
        <p:spPr>
          <a:xfrm>
            <a:off x="8029956" y="1211038"/>
            <a:ext cx="1347216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PFiltering</a:t>
            </a:r>
            <a:endParaRPr lang="en-GB" sz="1200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CF083B-F198-4DEF-1E78-85C3C45AA2B4}"/>
              </a:ext>
            </a:extLst>
          </p:cNvPr>
          <p:cNvSpPr/>
          <p:nvPr/>
        </p:nvSpPr>
        <p:spPr>
          <a:xfrm>
            <a:off x="9933432" y="1211038"/>
            <a:ext cx="1347216" cy="356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PextractData</a:t>
            </a:r>
            <a:endParaRPr lang="en-GB" sz="12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63259-B54A-C59B-B624-B423873DDBC9}"/>
              </a:ext>
            </a:extLst>
          </p:cNvPr>
          <p:cNvSpPr/>
          <p:nvPr/>
        </p:nvSpPr>
        <p:spPr>
          <a:xfrm>
            <a:off x="4300728" y="2020968"/>
            <a:ext cx="1347216" cy="4572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HMain</a:t>
            </a:r>
            <a:endParaRPr lang="en-GB" sz="1200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526B4F-92AA-4E10-E577-690BF65A473A}"/>
              </a:ext>
            </a:extLst>
          </p:cNvPr>
          <p:cNvSpPr/>
          <p:nvPr/>
        </p:nvSpPr>
        <p:spPr>
          <a:xfrm>
            <a:off x="8029956" y="2020968"/>
            <a:ext cx="1347216" cy="4572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PAnalysis</a:t>
            </a:r>
            <a:endParaRPr lang="en-GB" sz="12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A3B9C6-7AC7-B878-F873-818E1AE2AD3C}"/>
              </a:ext>
            </a:extLst>
          </p:cNvPr>
          <p:cNvSpPr/>
          <p:nvPr/>
        </p:nvSpPr>
        <p:spPr>
          <a:xfrm>
            <a:off x="9933432" y="2020967"/>
            <a:ext cx="1347216" cy="4572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PSPM</a:t>
            </a:r>
            <a:endParaRPr lang="en-GB" sz="12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C2EFDC-7D68-AFDE-98FD-0008438EB25E}"/>
              </a:ext>
            </a:extLst>
          </p:cNvPr>
          <p:cNvSpPr/>
          <p:nvPr/>
        </p:nvSpPr>
        <p:spPr>
          <a:xfrm>
            <a:off x="7909560" y="731520"/>
            <a:ext cx="3611880" cy="29900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7C0CE8-2061-DB0E-825A-1ACF359631FD}"/>
              </a:ext>
            </a:extLst>
          </p:cNvPr>
          <p:cNvSpPr/>
          <p:nvPr/>
        </p:nvSpPr>
        <p:spPr>
          <a:xfrm>
            <a:off x="4073332" y="731520"/>
            <a:ext cx="3611880" cy="29900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276B73-A038-B369-6604-A95492976AA0}"/>
              </a:ext>
            </a:extLst>
          </p:cNvPr>
          <p:cNvSpPr/>
          <p:nvPr/>
        </p:nvSpPr>
        <p:spPr>
          <a:xfrm>
            <a:off x="248694" y="731520"/>
            <a:ext cx="3611880" cy="29900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37F667-99C8-8C48-C0EB-35B0FB170C58}"/>
              </a:ext>
            </a:extLst>
          </p:cNvPr>
          <p:cNvCxnSpPr>
            <a:cxnSpLocks/>
          </p:cNvCxnSpPr>
          <p:nvPr/>
        </p:nvCxnSpPr>
        <p:spPr>
          <a:xfrm flipH="1">
            <a:off x="1281930" y="2162702"/>
            <a:ext cx="11758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954FA3-A82E-1BB3-AAE3-634E06D2AA0D}"/>
              </a:ext>
            </a:extLst>
          </p:cNvPr>
          <p:cNvCxnSpPr>
            <a:cxnSpLocks/>
          </p:cNvCxnSpPr>
          <p:nvPr/>
        </p:nvCxnSpPr>
        <p:spPr>
          <a:xfrm flipH="1">
            <a:off x="3501513" y="2184800"/>
            <a:ext cx="7992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05906B-BFDF-39EB-7248-986025F9FA62}"/>
              </a:ext>
            </a:extLst>
          </p:cNvPr>
          <p:cNvCxnSpPr/>
          <p:nvPr/>
        </p:nvCxnSpPr>
        <p:spPr>
          <a:xfrm>
            <a:off x="5647944" y="2253526"/>
            <a:ext cx="4785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8F8A8A-0B4B-04C3-2D95-6957A02FD474}"/>
              </a:ext>
            </a:extLst>
          </p:cNvPr>
          <p:cNvCxnSpPr>
            <a:cxnSpLocks/>
          </p:cNvCxnSpPr>
          <p:nvPr/>
        </p:nvCxnSpPr>
        <p:spPr>
          <a:xfrm>
            <a:off x="1281930" y="2313578"/>
            <a:ext cx="11758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BD6B09-9BA5-DC00-6537-42062DF6ACB7}"/>
              </a:ext>
            </a:extLst>
          </p:cNvPr>
          <p:cNvCxnSpPr>
            <a:cxnSpLocks/>
          </p:cNvCxnSpPr>
          <p:nvPr/>
        </p:nvCxnSpPr>
        <p:spPr>
          <a:xfrm>
            <a:off x="2743200" y="2427878"/>
            <a:ext cx="0" cy="573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7E21C8-E7A2-4634-D6E8-F51FD40BA994}"/>
              </a:ext>
            </a:extLst>
          </p:cNvPr>
          <p:cNvCxnSpPr>
            <a:cxnSpLocks/>
          </p:cNvCxnSpPr>
          <p:nvPr/>
        </p:nvCxnSpPr>
        <p:spPr>
          <a:xfrm flipV="1">
            <a:off x="3197352" y="2427878"/>
            <a:ext cx="0" cy="573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4DDEED-97BC-7450-E7F0-525967020B42}"/>
              </a:ext>
            </a:extLst>
          </p:cNvPr>
          <p:cNvCxnSpPr>
            <a:cxnSpLocks/>
          </p:cNvCxnSpPr>
          <p:nvPr/>
        </p:nvCxnSpPr>
        <p:spPr>
          <a:xfrm>
            <a:off x="2743200" y="1567654"/>
            <a:ext cx="0" cy="532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BB5E64-645F-0C8A-4826-38F32603806F}"/>
              </a:ext>
            </a:extLst>
          </p:cNvPr>
          <p:cNvCxnSpPr>
            <a:cxnSpLocks/>
          </p:cNvCxnSpPr>
          <p:nvPr/>
        </p:nvCxnSpPr>
        <p:spPr>
          <a:xfrm flipV="1">
            <a:off x="3197352" y="1567654"/>
            <a:ext cx="0" cy="503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7889127-93C4-CE59-BDBD-1DE78301F17E}"/>
              </a:ext>
            </a:extLst>
          </p:cNvPr>
          <p:cNvCxnSpPr>
            <a:cxnSpLocks/>
          </p:cNvCxnSpPr>
          <p:nvPr/>
        </p:nvCxnSpPr>
        <p:spPr>
          <a:xfrm>
            <a:off x="3501513" y="2319820"/>
            <a:ext cx="799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B164E02-E737-0346-BCE0-A1773B96E70A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4974336" y="1567654"/>
            <a:ext cx="0" cy="453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E7A20D1-4F98-FF87-128E-82937F1D4D8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647944" y="1389346"/>
            <a:ext cx="4785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552CB8A-09BF-FB90-A3A8-E5A043B88EDE}"/>
              </a:ext>
            </a:extLst>
          </p:cNvPr>
          <p:cNvCxnSpPr>
            <a:cxnSpLocks/>
          </p:cNvCxnSpPr>
          <p:nvPr/>
        </p:nvCxnSpPr>
        <p:spPr>
          <a:xfrm>
            <a:off x="5661341" y="2406834"/>
            <a:ext cx="465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5152C35-5871-9F31-BC31-DF47C18430F5}"/>
              </a:ext>
            </a:extLst>
          </p:cNvPr>
          <p:cNvCxnSpPr>
            <a:cxnSpLocks/>
          </p:cNvCxnSpPr>
          <p:nvPr/>
        </p:nvCxnSpPr>
        <p:spPr>
          <a:xfrm flipH="1">
            <a:off x="5661341" y="2099748"/>
            <a:ext cx="4517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39052C-2F1F-5D04-58CE-1C93238416D9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460299" y="2249569"/>
            <a:ext cx="569657" cy="3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2B5336-03E9-9807-DAA0-B6BE29DFABF2}"/>
              </a:ext>
            </a:extLst>
          </p:cNvPr>
          <p:cNvCxnSpPr>
            <a:cxnSpLocks/>
          </p:cNvCxnSpPr>
          <p:nvPr/>
        </p:nvCxnSpPr>
        <p:spPr>
          <a:xfrm>
            <a:off x="7473696" y="2406834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063AF4E-521D-21EC-283E-0DF7FCE36506}"/>
              </a:ext>
            </a:extLst>
          </p:cNvPr>
          <p:cNvCxnSpPr>
            <a:cxnSpLocks/>
          </p:cNvCxnSpPr>
          <p:nvPr/>
        </p:nvCxnSpPr>
        <p:spPr>
          <a:xfrm flipH="1">
            <a:off x="7473696" y="2099748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521620F-1EB2-9FB7-238B-9095047987C8}"/>
              </a:ext>
            </a:extLst>
          </p:cNvPr>
          <p:cNvCxnSpPr>
            <a:cxnSpLocks/>
          </p:cNvCxnSpPr>
          <p:nvPr/>
        </p:nvCxnSpPr>
        <p:spPr>
          <a:xfrm flipV="1">
            <a:off x="9377172" y="2245612"/>
            <a:ext cx="569657" cy="3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C7F540-1F0F-7AF5-E6D6-868B91056DC2}"/>
              </a:ext>
            </a:extLst>
          </p:cNvPr>
          <p:cNvCxnSpPr>
            <a:cxnSpLocks/>
          </p:cNvCxnSpPr>
          <p:nvPr/>
        </p:nvCxnSpPr>
        <p:spPr>
          <a:xfrm>
            <a:off x="9390569" y="2402877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2D9CD7-C005-E6B4-4A6A-8210A5660727}"/>
              </a:ext>
            </a:extLst>
          </p:cNvPr>
          <p:cNvCxnSpPr>
            <a:cxnSpLocks/>
          </p:cNvCxnSpPr>
          <p:nvPr/>
        </p:nvCxnSpPr>
        <p:spPr>
          <a:xfrm flipH="1">
            <a:off x="9390569" y="2095791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29619E7-BE81-DE5C-EC18-3F5993248609}"/>
              </a:ext>
            </a:extLst>
          </p:cNvPr>
          <p:cNvCxnSpPr>
            <a:cxnSpLocks/>
          </p:cNvCxnSpPr>
          <p:nvPr/>
        </p:nvCxnSpPr>
        <p:spPr>
          <a:xfrm flipV="1">
            <a:off x="8366760" y="1567654"/>
            <a:ext cx="0" cy="455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1FD521D-7FC2-B7B0-949F-9E4B19F37420}"/>
              </a:ext>
            </a:extLst>
          </p:cNvPr>
          <p:cNvCxnSpPr>
            <a:cxnSpLocks/>
          </p:cNvCxnSpPr>
          <p:nvPr/>
        </p:nvCxnSpPr>
        <p:spPr>
          <a:xfrm>
            <a:off x="8967216" y="1576798"/>
            <a:ext cx="0" cy="444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7110626-F7DF-2D65-8D83-B8E673DB9705}"/>
              </a:ext>
            </a:extLst>
          </p:cNvPr>
          <p:cNvCxnSpPr>
            <a:cxnSpLocks/>
          </p:cNvCxnSpPr>
          <p:nvPr/>
        </p:nvCxnSpPr>
        <p:spPr>
          <a:xfrm>
            <a:off x="9390569" y="1297906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E0BCE4C-8D58-905B-E99C-5C16CD8D2E5D}"/>
              </a:ext>
            </a:extLst>
          </p:cNvPr>
          <p:cNvCxnSpPr>
            <a:cxnSpLocks/>
          </p:cNvCxnSpPr>
          <p:nvPr/>
        </p:nvCxnSpPr>
        <p:spPr>
          <a:xfrm flipH="1">
            <a:off x="9377172" y="1462498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95FCF0E-CD28-94C3-4B8F-FF9706B843F6}"/>
              </a:ext>
            </a:extLst>
          </p:cNvPr>
          <p:cNvCxnSpPr>
            <a:cxnSpLocks/>
          </p:cNvCxnSpPr>
          <p:nvPr/>
        </p:nvCxnSpPr>
        <p:spPr>
          <a:xfrm>
            <a:off x="369300" y="4285634"/>
            <a:ext cx="3347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7E9167E-2058-CD65-2B19-25E47D1C361D}"/>
              </a:ext>
            </a:extLst>
          </p:cNvPr>
          <p:cNvCxnSpPr>
            <a:cxnSpLocks/>
          </p:cNvCxnSpPr>
          <p:nvPr/>
        </p:nvCxnSpPr>
        <p:spPr>
          <a:xfrm>
            <a:off x="369300" y="4511186"/>
            <a:ext cx="3347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4ACA425-7E93-64A4-97B6-83C33E21487F}"/>
              </a:ext>
            </a:extLst>
          </p:cNvPr>
          <p:cNvSpPr txBox="1"/>
          <p:nvPr/>
        </p:nvSpPr>
        <p:spPr>
          <a:xfrm>
            <a:off x="660138" y="4150861"/>
            <a:ext cx="1243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Data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1185DB0-C876-8E5F-8957-9C028DD8DE11}"/>
              </a:ext>
            </a:extLst>
          </p:cNvPr>
          <p:cNvSpPr txBox="1"/>
          <p:nvPr/>
        </p:nvSpPr>
        <p:spPr>
          <a:xfrm>
            <a:off x="660138" y="4372686"/>
            <a:ext cx="1243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Command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9EE056-AE20-1440-24FC-1E8B79625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980" y="4204018"/>
            <a:ext cx="385572" cy="38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>
            <a:extLst>
              <a:ext uri="{FF2B5EF4-FFF2-40B4-BE49-F238E27FC236}">
                <a16:creationId xmlns:a16="http://schemas.microsoft.com/office/drawing/2014/main" id="{7A96D6C8-C518-02D5-4479-AAC521E41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907" y="2423739"/>
            <a:ext cx="253340" cy="25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>
            <a:extLst>
              <a:ext uri="{FF2B5EF4-FFF2-40B4-BE49-F238E27FC236}">
                <a16:creationId xmlns:a16="http://schemas.microsoft.com/office/drawing/2014/main" id="{3C91CEC3-BDB7-898B-98CE-FF06D3540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356" y="1560325"/>
            <a:ext cx="243115" cy="25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>
            <a:extLst>
              <a:ext uri="{FF2B5EF4-FFF2-40B4-BE49-F238E27FC236}">
                <a16:creationId xmlns:a16="http://schemas.microsoft.com/office/drawing/2014/main" id="{5A6A0F79-D9FF-3506-C244-027085956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866" y="1758949"/>
            <a:ext cx="243115" cy="25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411753C-EF6F-1642-B80B-581A870E9198}"/>
              </a:ext>
            </a:extLst>
          </p:cNvPr>
          <p:cNvSpPr txBox="1"/>
          <p:nvPr/>
        </p:nvSpPr>
        <p:spPr>
          <a:xfrm>
            <a:off x="2233264" y="3960546"/>
            <a:ext cx="3022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/>
              <a:t>User actions</a:t>
            </a:r>
          </a:p>
          <a:p>
            <a:r>
              <a:rPr lang="en-GB" sz="1200" b="1" noProof="0" dirty="0"/>
              <a:t>A</a:t>
            </a:r>
            <a:r>
              <a:rPr lang="en-GB" sz="1200" noProof="0" dirty="0"/>
              <a:t> Select video and acquisition settings</a:t>
            </a:r>
          </a:p>
          <a:p>
            <a:r>
              <a:rPr lang="en-GB" sz="1200" b="1" noProof="0" dirty="0"/>
              <a:t>B</a:t>
            </a:r>
            <a:r>
              <a:rPr lang="en-GB" sz="1200" noProof="0" dirty="0"/>
              <a:t> Analysis settings</a:t>
            </a:r>
          </a:p>
          <a:p>
            <a:r>
              <a:rPr lang="en-GB" sz="1200" b="1" noProof="0" dirty="0"/>
              <a:t>C</a:t>
            </a:r>
            <a:r>
              <a:rPr lang="en-GB" sz="1200" noProof="0" dirty="0"/>
              <a:t> Display and result settings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9F0879E-7989-E7A3-159D-522CA25A82D3}"/>
              </a:ext>
            </a:extLst>
          </p:cNvPr>
          <p:cNvSpPr txBox="1"/>
          <p:nvPr/>
        </p:nvSpPr>
        <p:spPr>
          <a:xfrm>
            <a:off x="352217" y="1749552"/>
            <a:ext cx="93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Load image from </a:t>
            </a:r>
            <a:r>
              <a:rPr lang="en-GB" sz="800" noProof="0" dirty="0" err="1"/>
              <a:t>hardrive</a:t>
            </a:r>
            <a:endParaRPr lang="en-GB" sz="800" noProof="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94A68C-9AD5-DFC6-7ACC-42F51DC4159F}"/>
              </a:ext>
            </a:extLst>
          </p:cNvPr>
          <p:cNvSpPr txBox="1"/>
          <p:nvPr/>
        </p:nvSpPr>
        <p:spPr>
          <a:xfrm>
            <a:off x="2284083" y="740447"/>
            <a:ext cx="1391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Pre-processing: under sampling, Rectangular ROI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1EDB37-8D53-F1D2-EC6D-B5DD6E01851D}"/>
              </a:ext>
            </a:extLst>
          </p:cNvPr>
          <p:cNvSpPr txBox="1"/>
          <p:nvPr/>
        </p:nvSpPr>
        <p:spPr>
          <a:xfrm>
            <a:off x="2511478" y="2412412"/>
            <a:ext cx="93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Acquisition scheduler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3CE3DAC-6C65-0FCB-CB1C-93E0B0426BE5}"/>
              </a:ext>
            </a:extLst>
          </p:cNvPr>
          <p:cNvSpPr txBox="1"/>
          <p:nvPr/>
        </p:nvSpPr>
        <p:spPr>
          <a:xfrm>
            <a:off x="2509597" y="3352110"/>
            <a:ext cx="936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Motion compensation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15315A8-3134-A0C3-08B9-219AA0185B63}"/>
              </a:ext>
            </a:extLst>
          </p:cNvPr>
          <p:cNvSpPr txBox="1"/>
          <p:nvPr/>
        </p:nvSpPr>
        <p:spPr>
          <a:xfrm>
            <a:off x="4521512" y="2473410"/>
            <a:ext cx="936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Main scheduler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5EE9CE2-BD12-30FA-6C7F-BA135D4D2CEC}"/>
              </a:ext>
            </a:extLst>
          </p:cNvPr>
          <p:cNvSpPr txBox="1"/>
          <p:nvPr/>
        </p:nvSpPr>
        <p:spPr>
          <a:xfrm>
            <a:off x="4521511" y="1007490"/>
            <a:ext cx="936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Display settings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04B642-7FCF-6C02-239A-E37561ED8962}"/>
              </a:ext>
            </a:extLst>
          </p:cNvPr>
          <p:cNvSpPr txBox="1"/>
          <p:nvPr/>
        </p:nvSpPr>
        <p:spPr>
          <a:xfrm>
            <a:off x="6355326" y="999996"/>
            <a:ext cx="936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Display results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82902B6-F9C0-2877-970F-B16FAC63705B}"/>
              </a:ext>
            </a:extLst>
          </p:cNvPr>
          <p:cNvSpPr txBox="1"/>
          <p:nvPr/>
        </p:nvSpPr>
        <p:spPr>
          <a:xfrm>
            <a:off x="6113083" y="2473409"/>
            <a:ext cx="1347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Analyses settings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96A3AF-C388-480C-21E1-92FAC31958A9}"/>
              </a:ext>
            </a:extLst>
          </p:cNvPr>
          <p:cNvSpPr txBox="1"/>
          <p:nvPr/>
        </p:nvSpPr>
        <p:spPr>
          <a:xfrm>
            <a:off x="9946829" y="2499289"/>
            <a:ext cx="134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Statistical parametric mapping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3D4FE5A-9197-276C-FEF8-8AF6C634C1BF}"/>
              </a:ext>
            </a:extLst>
          </p:cNvPr>
          <p:cNvSpPr txBox="1"/>
          <p:nvPr/>
        </p:nvSpPr>
        <p:spPr>
          <a:xfrm>
            <a:off x="9907917" y="895344"/>
            <a:ext cx="134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Extract data according to the ROI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7650B92-BBD9-810B-7F94-D41EF68B8CF0}"/>
              </a:ext>
            </a:extLst>
          </p:cNvPr>
          <p:cNvSpPr txBox="1"/>
          <p:nvPr/>
        </p:nvSpPr>
        <p:spPr>
          <a:xfrm>
            <a:off x="8043353" y="947501"/>
            <a:ext cx="1347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noProof="0" dirty="0"/>
              <a:t>Temporal filtering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D332FF9-CB9B-E42C-3B74-CA3511B4E8C2}"/>
              </a:ext>
            </a:extLst>
          </p:cNvPr>
          <p:cNvSpPr txBox="1"/>
          <p:nvPr/>
        </p:nvSpPr>
        <p:spPr>
          <a:xfrm>
            <a:off x="1756140" y="1975630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926309C-BBC2-087C-2930-82FD0B91E1C0}"/>
              </a:ext>
            </a:extLst>
          </p:cNvPr>
          <p:cNvSpPr txBox="1"/>
          <p:nvPr/>
        </p:nvSpPr>
        <p:spPr>
          <a:xfrm>
            <a:off x="1734484" y="2279766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FA28A79-3A81-EDC3-2930-96A2C0BE13FA}"/>
              </a:ext>
            </a:extLst>
          </p:cNvPr>
          <p:cNvSpPr txBox="1"/>
          <p:nvPr/>
        </p:nvSpPr>
        <p:spPr>
          <a:xfrm>
            <a:off x="3172348" y="1727856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2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6119C71-5C47-640C-63EE-F2D39DCCA9C9}"/>
              </a:ext>
            </a:extLst>
          </p:cNvPr>
          <p:cNvSpPr txBox="1"/>
          <p:nvPr/>
        </p:nvSpPr>
        <p:spPr>
          <a:xfrm>
            <a:off x="2542917" y="1720741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3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3432C99-5585-1096-3A29-1BCF5D40202F}"/>
              </a:ext>
            </a:extLst>
          </p:cNvPr>
          <p:cNvSpPr txBox="1"/>
          <p:nvPr/>
        </p:nvSpPr>
        <p:spPr>
          <a:xfrm>
            <a:off x="2552133" y="2624525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CCACD3-4D8B-342F-5E9A-3AEA37206C55}"/>
              </a:ext>
            </a:extLst>
          </p:cNvPr>
          <p:cNvSpPr txBox="1"/>
          <p:nvPr/>
        </p:nvSpPr>
        <p:spPr>
          <a:xfrm>
            <a:off x="3145097" y="2619736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B7F5ACB-760D-0022-753F-36D3D4577AFF}"/>
              </a:ext>
            </a:extLst>
          </p:cNvPr>
          <p:cNvSpPr txBox="1"/>
          <p:nvPr/>
        </p:nvSpPr>
        <p:spPr>
          <a:xfrm>
            <a:off x="3819643" y="2298339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DA1B245-F8F6-CF74-9710-B52AA483F506}"/>
              </a:ext>
            </a:extLst>
          </p:cNvPr>
          <p:cNvSpPr txBox="1"/>
          <p:nvPr/>
        </p:nvSpPr>
        <p:spPr>
          <a:xfrm>
            <a:off x="3818505" y="1995349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BC84B48-D009-BAFE-73DC-0CD0D39541DD}"/>
              </a:ext>
            </a:extLst>
          </p:cNvPr>
          <p:cNvSpPr txBox="1"/>
          <p:nvPr/>
        </p:nvSpPr>
        <p:spPr>
          <a:xfrm>
            <a:off x="5743317" y="2199945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1996382-CEF5-1AB6-1850-636B868987B8}"/>
              </a:ext>
            </a:extLst>
          </p:cNvPr>
          <p:cNvSpPr txBox="1"/>
          <p:nvPr/>
        </p:nvSpPr>
        <p:spPr>
          <a:xfrm>
            <a:off x="7641600" y="2211423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18E8F54-2521-B4F3-D07B-461CFFE3DAB2}"/>
              </a:ext>
            </a:extLst>
          </p:cNvPr>
          <p:cNvSpPr txBox="1"/>
          <p:nvPr/>
        </p:nvSpPr>
        <p:spPr>
          <a:xfrm>
            <a:off x="8178067" y="1675131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481FF38-3653-241F-09C4-D3E14BED7516}"/>
              </a:ext>
            </a:extLst>
          </p:cNvPr>
          <p:cNvSpPr txBox="1"/>
          <p:nvPr/>
        </p:nvSpPr>
        <p:spPr>
          <a:xfrm>
            <a:off x="9544868" y="1113491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A3BA749-FB4E-9942-A61B-844C80E70077}"/>
              </a:ext>
            </a:extLst>
          </p:cNvPr>
          <p:cNvSpPr txBox="1"/>
          <p:nvPr/>
        </p:nvSpPr>
        <p:spPr>
          <a:xfrm>
            <a:off x="9545863" y="1278851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5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F01529F-4931-D11D-BE47-E7A8CB48A247}"/>
              </a:ext>
            </a:extLst>
          </p:cNvPr>
          <p:cNvSpPr txBox="1"/>
          <p:nvPr/>
        </p:nvSpPr>
        <p:spPr>
          <a:xfrm>
            <a:off x="8905636" y="1669187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6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0E173A64-0E6F-3340-5BC2-1BF885CBF109}"/>
              </a:ext>
            </a:extLst>
          </p:cNvPr>
          <p:cNvSpPr txBox="1"/>
          <p:nvPr/>
        </p:nvSpPr>
        <p:spPr>
          <a:xfrm>
            <a:off x="9535405" y="2211423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7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74354C89-D858-ACA3-7147-B94EF19765B3}"/>
              </a:ext>
            </a:extLst>
          </p:cNvPr>
          <p:cNvSpPr txBox="1"/>
          <p:nvPr/>
        </p:nvSpPr>
        <p:spPr>
          <a:xfrm>
            <a:off x="9523477" y="1887900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8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5975F7A-AED4-C06A-92C6-80930951B299}"/>
              </a:ext>
            </a:extLst>
          </p:cNvPr>
          <p:cNvSpPr txBox="1"/>
          <p:nvPr/>
        </p:nvSpPr>
        <p:spPr>
          <a:xfrm>
            <a:off x="7654422" y="1913868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8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A2A31DC6-6DC6-92FF-A894-045949C9BF24}"/>
              </a:ext>
            </a:extLst>
          </p:cNvPr>
          <p:cNvSpPr txBox="1"/>
          <p:nvPr/>
        </p:nvSpPr>
        <p:spPr>
          <a:xfrm>
            <a:off x="5750946" y="1913867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8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BDAC783-DF2D-3089-CC10-B43D600737DE}"/>
              </a:ext>
            </a:extLst>
          </p:cNvPr>
          <p:cNvSpPr txBox="1"/>
          <p:nvPr/>
        </p:nvSpPr>
        <p:spPr>
          <a:xfrm>
            <a:off x="4924032" y="1680966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8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543A736-AC24-350B-13BD-0AC5C26423DC}"/>
              </a:ext>
            </a:extLst>
          </p:cNvPr>
          <p:cNvSpPr txBox="1"/>
          <p:nvPr/>
        </p:nvSpPr>
        <p:spPr>
          <a:xfrm>
            <a:off x="5750946" y="1192354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8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4F2C7C55-7E5C-5444-DFE6-5AA3E79A4286}"/>
              </a:ext>
            </a:extLst>
          </p:cNvPr>
          <p:cNvSpPr txBox="1"/>
          <p:nvPr/>
        </p:nvSpPr>
        <p:spPr>
          <a:xfrm>
            <a:off x="3495205" y="2430724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A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984F18A5-4E52-14DE-D49D-8E31ADA3947D}"/>
              </a:ext>
            </a:extLst>
          </p:cNvPr>
          <p:cNvSpPr txBox="1"/>
          <p:nvPr/>
        </p:nvSpPr>
        <p:spPr>
          <a:xfrm>
            <a:off x="7131832" y="1751993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B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F6682927-8DC8-554F-D3BF-B9EA1ACB2057}"/>
              </a:ext>
            </a:extLst>
          </p:cNvPr>
          <p:cNvSpPr txBox="1"/>
          <p:nvPr/>
        </p:nvSpPr>
        <p:spPr>
          <a:xfrm>
            <a:off x="5440044" y="1574791"/>
            <a:ext cx="488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C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E0D7D697-AF54-F8A0-AD6D-4D7626D01336}"/>
              </a:ext>
            </a:extLst>
          </p:cNvPr>
          <p:cNvSpPr txBox="1"/>
          <p:nvPr/>
        </p:nvSpPr>
        <p:spPr>
          <a:xfrm>
            <a:off x="5180622" y="3932650"/>
            <a:ext cx="6203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/>
              <a:t>Processing steps</a:t>
            </a:r>
          </a:p>
          <a:p>
            <a:r>
              <a:rPr lang="en-GB" sz="1200" b="1" noProof="0" dirty="0"/>
              <a:t>1</a:t>
            </a:r>
            <a:r>
              <a:rPr lang="en-GB" sz="1200" noProof="0" dirty="0"/>
              <a:t> Load video			</a:t>
            </a:r>
            <a:r>
              <a:rPr lang="en-GB" sz="1200" b="1" noProof="0" dirty="0"/>
              <a:t>5</a:t>
            </a:r>
            <a:r>
              <a:rPr lang="en-GB" sz="1200" noProof="0" dirty="0"/>
              <a:t> Intensity time course extracted from the image </a:t>
            </a:r>
          </a:p>
          <a:p>
            <a:r>
              <a:rPr lang="en-GB" sz="1200" b="1" noProof="0" dirty="0"/>
              <a:t>2</a:t>
            </a:r>
            <a:r>
              <a:rPr lang="en-GB" sz="1200" noProof="0" dirty="0"/>
              <a:t> Image acquired		</a:t>
            </a:r>
            <a:r>
              <a:rPr lang="en-GB" sz="1200" b="1" noProof="0" dirty="0"/>
              <a:t>6 </a:t>
            </a:r>
            <a:r>
              <a:rPr lang="en-GB" sz="1200" noProof="0" dirty="0"/>
              <a:t>Low-pass filtering and data compensation</a:t>
            </a:r>
          </a:p>
          <a:p>
            <a:r>
              <a:rPr lang="en-GB" sz="1200" b="1" noProof="0" dirty="0"/>
              <a:t>3</a:t>
            </a:r>
            <a:r>
              <a:rPr lang="en-GB" sz="1200" noProof="0" dirty="0"/>
              <a:t> Pre-processed image		</a:t>
            </a:r>
            <a:r>
              <a:rPr lang="en-GB" sz="1200" b="1" noProof="0" dirty="0"/>
              <a:t>7 </a:t>
            </a:r>
            <a:r>
              <a:rPr lang="en-GB" sz="1200" noProof="0" dirty="0"/>
              <a:t>Hemodynamic contrasts	</a:t>
            </a:r>
          </a:p>
          <a:p>
            <a:r>
              <a:rPr lang="en-GB" sz="1200" b="1" noProof="0" dirty="0"/>
              <a:t>4</a:t>
            </a:r>
            <a:r>
              <a:rPr lang="en-GB" sz="1200" noProof="0" dirty="0"/>
              <a:t> Image with motion compensated	</a:t>
            </a:r>
            <a:r>
              <a:rPr lang="en-GB" sz="1200" b="1" noProof="0" dirty="0"/>
              <a:t>8 </a:t>
            </a:r>
            <a:r>
              <a:rPr lang="en-GB" sz="1200" noProof="0" dirty="0"/>
              <a:t>Fusion of activation maps with the initial image</a:t>
            </a:r>
            <a:endParaRPr lang="en-GB" sz="1200" b="1" noProof="0" dirty="0"/>
          </a:p>
        </p:txBody>
      </p:sp>
    </p:spTree>
    <p:extLst>
      <p:ext uri="{BB962C8B-B14F-4D97-AF65-F5344CB8AC3E}">
        <p14:creationId xmlns:p14="http://schemas.microsoft.com/office/powerpoint/2010/main" val="413089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140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Caredda, Charly F D</dc:creator>
  <cp:lastModifiedBy>Caredda, Charly F D</cp:lastModifiedBy>
  <cp:revision>3</cp:revision>
  <dcterms:created xsi:type="dcterms:W3CDTF">2026-04-24T12:27:35Z</dcterms:created>
  <dcterms:modified xsi:type="dcterms:W3CDTF">2026-04-24T13:00:06Z</dcterms:modified>
</cp:coreProperties>
</file>