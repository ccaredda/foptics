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0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704" r:id="rId27"/>
    <p:sldMasterId id="2147483706" r:id="rId28"/>
    <p:sldMasterId id="2147483708" r:id="rId29"/>
    <p:sldMasterId id="2147483710" r:id="rId30"/>
    <p:sldMasterId id="2147483712" r:id="rId31"/>
    <p:sldMasterId id="2147483714" r:id="rId32"/>
    <p:sldMasterId id="2147483716" r:id="rId33"/>
    <p:sldMasterId id="2147483718" r:id="rId34"/>
    <p:sldMasterId id="2147483720" r:id="rId35"/>
    <p:sldMasterId id="2147483722" r:id="rId36"/>
  </p:sld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  <p:sldId id="264" r:id="rId45"/>
    <p:sldId id="265" r:id="rId46"/>
    <p:sldId id="266" r:id="rId47"/>
    <p:sldId id="267" r:id="rId48"/>
    <p:sldId id="268" r:id="rId49"/>
    <p:sldId id="269" r:id="rId50"/>
    <p:sldId id="270" r:id="rId51"/>
    <p:sldId id="271" r:id="rId52"/>
    <p:sldId id="272" r:id="rId53"/>
    <p:sldId id="273" r:id="rId54"/>
    <p:sldId id="274" r:id="rId5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slide" Target="slides/slide9.xml"/><Relationship Id="rId46" Type="http://schemas.openxmlformats.org/officeDocument/2006/relationships/slide" Target="slides/slide10.xml"/><Relationship Id="rId47" Type="http://schemas.openxmlformats.org/officeDocument/2006/relationships/slide" Target="slides/slide11.xml"/><Relationship Id="rId48" Type="http://schemas.openxmlformats.org/officeDocument/2006/relationships/slide" Target="slides/slide12.xml"/><Relationship Id="rId49" Type="http://schemas.openxmlformats.org/officeDocument/2006/relationships/slide" Target="slides/slide13.xml"/><Relationship Id="rId50" Type="http://schemas.openxmlformats.org/officeDocument/2006/relationships/slide" Target="slides/slide14.xml"/><Relationship Id="rId51" Type="http://schemas.openxmlformats.org/officeDocument/2006/relationships/slide" Target="slides/slide15.xml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7DB904-E7B1-4218-A7FA-7938D1E41C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2326137-F5ED-4784-9685-7CC9B8917E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2115DF-54E4-40B6-8562-726F25ABFA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C66B7AB-038C-4A49-8943-166A6A41C1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C669078-9F42-428D-8F7D-4468F055B2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2C9D9A6-A080-40DB-91C9-D23FA4C1B3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359753E-9CFD-489F-AF89-9C988D7DFC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89C6C34-63E8-430B-838E-AF9E6C1EEC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AC9F5AD-941D-4337-BD3D-78083FF18A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F36AE0F-F0F8-4596-9FA1-20D765A02F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92026B4-44C6-4CCB-B83A-EC5A5C33F3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A5C7EC0-CDF8-4B63-8D05-C06F9742E9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243548E-3FA8-4F36-BEA5-FCC8A487FA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291AF672-9774-4C1B-9BFB-B699EC4326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D8A0A497-85F9-4398-BB24-15CB0C9A10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367068E0-4AE5-4335-AE6A-A759EF9D39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6B415C3-8193-41A3-8023-7A79CDF92E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EE1725CD-994E-45F6-BB94-60E43D2029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CC505C6D-7F77-45C2-A43B-0599005DFC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DFED053C-DD2E-4514-B36A-1C759D532E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308D47EF-AD7D-4C18-8B8A-432A449F2F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5C3DC0DA-FDE0-489D-A268-D30E2FF43B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5418307B-6F76-46DE-97E6-35ACA6C6EE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63FFB2D3-5620-4CB6-8C00-6295D572F3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38F3A6C6-9207-41FC-8EA6-8EEA7EA8EA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7FA3248-1CE3-49FD-9E37-D09E599CA3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238C94A0-5021-4C4C-AD4F-26840B2349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6F731B2-7954-4189-8C3F-D4D6DB2666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5C7EE787-B36B-4E32-84E7-06357A4E7A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EE0D8A2-149B-4BB7-8547-DB11F8ADCE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E767939D-C8DF-4318-A488-CF57179DAC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9F01DF0F-DE2A-47AD-A307-EFBC918203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23491FBE-44BF-4C3C-8F65-6539608015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CBF627C3-F353-4E6B-BE06-F55AB6002B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F6A33FA8-1492-462F-9F9D-330ED1B8E4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D0872E97-DEA9-4FC2-8980-F959C53A67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8ACAE849-4637-4F20-ACF8-86E5F94553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FBCEE769-77D2-43E3-AB20-6B5DA0C425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F3F72DD9-E658-4949-9F03-C2F6F5CB71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B5F1CB11-C352-42C3-9857-A50DB87ECB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17DBCCA7-C93F-49C2-ABBE-D218A58DCA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4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DF4911-EFDE-45DC-87D6-F95C56109F06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468D20-6945-4838-B351-56DB07657DF2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F3F5BB-3ED8-49A0-B57D-96CD90D8878B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08B556-8F75-46EC-BC83-4FC08A588B5D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B09892-7838-4A56-8E97-1EC3BF27707E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82FF78-4FEB-4437-8DE8-462B725E9A73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F9F4D0-DA30-4D21-BA93-B1B251E08547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800524-014C-4613-894C-0B09460D7393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6996B22-5F29-4668-A661-CF96666C1A51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0E2FAE-F475-4C51-B2CF-E72E711BF568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76E189-0FAC-43A7-9C82-06292B6BEB67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34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35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953E11-AECD-4EB8-A5FD-122BF40D184C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6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7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EC4B45-E63F-43EA-B2A0-957BCD0D7C80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ftr" idx="40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F6C273-BF53-4A4A-9695-ECC97FDD83A1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42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43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4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549ED5-D964-4956-8E28-1A4B1AFE3096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dt" idx="4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46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47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21238D-7F3E-40C3-B36B-33252CED9B9B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48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49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50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1A0EF6-9577-4A47-8E4B-055F0E316CF7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5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ftr" idx="52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53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4B97DA-563D-410E-B100-678879BBED64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54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ftr" idx="55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ldNum" idx="5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042E35-BEF8-4A11-BE31-689789C03B1F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57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ftr" idx="58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59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FDFB84-8691-47D6-8E65-0ABD3F76D78D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60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ftr" idx="61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6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FA392A-1F66-4218-B923-E26B21EE3D93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dt" idx="6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ftr" idx="64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65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BF36F1-0FF3-4264-B59E-EF402AED8F8F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66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ftr" idx="67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sldNum" idx="6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71FD35-BD11-409B-B048-5CFF6D785264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dt" idx="6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ftr" idx="70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71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CDAC47-93E1-494C-9C70-EBEFEE235EB7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dt" idx="72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ftr" idx="73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121678-45D9-4D0E-A5B1-573A73454A33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7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ftr" idx="76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77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AFF3AF-949F-433C-B5D4-2BB6FBC72DE5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78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ftr" idx="79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80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3F3EFC-9F30-4999-AF75-8EA149A1B32D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81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ftr" idx="82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83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103180-65B8-4B6E-866C-7F3FA4D6B89C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dt" idx="84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ftr" idx="85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86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AF0636-790E-4D9B-80C8-11A989A14577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dt" idx="87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ftr" idx="88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sldNum" idx="89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14D43C-5912-4071-8A35-BA24A636D591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dt" idx="90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ftr" idx="91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92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91E0FB-577F-4B66-A842-DD30A2C99571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dt" idx="93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1520" cy="146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ftr" idx="94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5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D5B905-95FC-4E17-B36E-C2255176DEF8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96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ftr" idx="97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98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5FE4EF-F468-4770-AEB5-4387EBAC1B14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dt" idx="99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ftr" idx="100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ldNum" idx="101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F35E7E-EDAA-454C-BD07-BCAE2983D3E7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102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ftr" idx="103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ldNum" idx="104"/>
          </p:nvPr>
        </p:nvSpPr>
        <p:spPr>
          <a:xfrm>
            <a:off x="873756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B7418B-655A-4289-A92A-CD159E10A9DC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fr-FR" sz="12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dt" idx="105"/>
          </p:nvPr>
        </p:nvSpPr>
        <p:spPr>
          <a:xfrm>
            <a:off x="609480" y="6356520"/>
            <a:ext cx="2842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500" strike="noStrike" u="none">
                <a:solidFill>
                  <a:schemeClr val="lt1"/>
                </a:solidFill>
                <a:uFillTx/>
                <a:latin typeface="Calibri"/>
              </a:rPr>
              <a:t>LES  OREILLES SERVENT </a:t>
            </a:r>
            <a:br>
              <a:rPr sz="12500"/>
            </a:br>
            <a:r>
              <a:rPr b="0" lang="fr-FR" sz="12500" strike="noStrike" u="none">
                <a:solidFill>
                  <a:schemeClr val="lt1"/>
                </a:solidFill>
                <a:uFillTx/>
                <a:latin typeface="Calibri"/>
              </a:rPr>
              <a:t>A</a:t>
            </a:r>
            <a:endParaRPr b="0" lang="fr-FR" sz="12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3750"/>
    </mc:Choice>
    <mc:Fallback>
      <p:transition spd="slow" advTm="3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3000" strike="noStrike" u="none">
                <a:solidFill>
                  <a:schemeClr val="lt1"/>
                </a:solidFill>
                <a:uFillTx/>
                <a:latin typeface="Calibri"/>
              </a:rPr>
              <a:t>LE CHATON </a:t>
            </a:r>
            <a:br>
              <a:rPr sz="13000"/>
            </a:br>
            <a:r>
              <a:rPr b="0" lang="fr-FR" sz="13000" strike="noStrike" u="none">
                <a:solidFill>
                  <a:schemeClr val="lt1"/>
                </a:solidFill>
                <a:uFillTx/>
                <a:latin typeface="Calibri"/>
              </a:rPr>
              <a:t>EST  LE  PETIT DU</a:t>
            </a:r>
            <a:endParaRPr b="0" lang="fr-FR" sz="1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3750"/>
    </mc:Choice>
    <mc:Fallback>
      <p:transition spd="slow" advTm="3000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500" strike="noStrike" u="none">
                <a:solidFill>
                  <a:schemeClr val="lt1"/>
                </a:solidFill>
                <a:uFillTx/>
                <a:latin typeface="Calibri"/>
              </a:rPr>
              <a:t>LE TRAIN S’ARRÊTE DANS LA </a:t>
            </a:r>
            <a:endParaRPr b="0" lang="fr-FR" sz="12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3750"/>
    </mc:Choice>
    <mc:Fallback>
      <p:transition spd="slow" advTm="300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0" strike="noStrike" u="none">
                <a:solidFill>
                  <a:schemeClr val="lt1"/>
                </a:solidFill>
                <a:uFillTx/>
                <a:latin typeface="Calibri"/>
              </a:rPr>
              <a:t>L’AVION  VOLE DANS LE</a:t>
            </a:r>
            <a:endParaRPr b="0" lang="fr-FR" sz="1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3750"/>
    </mc:Choice>
    <mc:Fallback>
      <p:transition spd="slow" advTm="3000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500" strike="noStrike" u="none">
                <a:solidFill>
                  <a:schemeClr val="lt1"/>
                </a:solidFill>
                <a:uFillTx/>
                <a:latin typeface="Calibri"/>
              </a:rPr>
              <a:t>LA  FUSEE </a:t>
            </a:r>
            <a:br>
              <a:rPr sz="14500"/>
            </a:br>
            <a:r>
              <a:rPr b="0" lang="fr-FR" sz="14500" strike="noStrike" u="none">
                <a:solidFill>
                  <a:schemeClr val="lt1"/>
                </a:solidFill>
                <a:uFillTx/>
                <a:latin typeface="Calibri"/>
              </a:rPr>
              <a:t>VA  SUR  LA</a:t>
            </a:r>
            <a:endParaRPr b="0" lang="fr-FR" sz="14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3750"/>
    </mc:Choice>
    <mc:Fallback>
      <p:transition spd="slow" advTm="3000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0" strike="noStrike" u="none">
                <a:solidFill>
                  <a:schemeClr val="lt1"/>
                </a:solidFill>
                <a:uFillTx/>
                <a:latin typeface="Calibri"/>
              </a:rPr>
              <a:t>LE  NEZ  EST AU MILIEU DE LA</a:t>
            </a:r>
            <a:endParaRPr b="0" lang="fr-FR" sz="1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3750"/>
    </mc:Choice>
    <mc:Fallback>
      <p:transition spd="slow" advTm="3000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3500" strike="noStrike" u="none">
                <a:solidFill>
                  <a:schemeClr val="lt1"/>
                </a:solidFill>
                <a:uFillTx/>
                <a:latin typeface="Calibri"/>
              </a:rPr>
              <a:t>LE  POULAIN EST  LE PETIT DE LA</a:t>
            </a:r>
            <a:endParaRPr b="0" lang="fr-FR" sz="13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500" strike="noStrike" u="none">
                <a:solidFill>
                  <a:schemeClr val="lt1"/>
                </a:solidFill>
                <a:uFillTx/>
                <a:latin typeface="Calibri"/>
              </a:rPr>
              <a:t>L’ECOLE FERME </a:t>
            </a:r>
            <a:r>
              <a:rPr b="0" lang="fr-FR" sz="12000" strike="noStrike" u="none">
                <a:solidFill>
                  <a:schemeClr val="lt1"/>
                </a:solidFill>
                <a:uFillTx/>
                <a:latin typeface="Calibri"/>
              </a:rPr>
              <a:t>PENDANT  LES</a:t>
            </a:r>
            <a:endParaRPr b="0" lang="fr-FR" sz="1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3000" strike="noStrike" u="none">
                <a:solidFill>
                  <a:schemeClr val="lt1"/>
                </a:solidFill>
                <a:uFillTx/>
                <a:latin typeface="Calibri"/>
              </a:rPr>
              <a:t>LE  POMPIER ETEINT   LE</a:t>
            </a:r>
            <a:endParaRPr b="0" lang="fr-FR" sz="1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523880" y="2421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500" strike="noStrike" u="none">
                <a:solidFill>
                  <a:schemeClr val="lt1"/>
                </a:solidFill>
                <a:uFillTx/>
                <a:latin typeface="Calibri"/>
              </a:rPr>
              <a:t>LE BOULANGER VEND   DU</a:t>
            </a:r>
            <a:endParaRPr b="0" lang="fr-FR" sz="12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80000" y="2637000"/>
            <a:ext cx="118800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3500" strike="noStrike" u="none">
                <a:solidFill>
                  <a:schemeClr val="lt1"/>
                </a:solidFill>
                <a:uFillTx/>
                <a:latin typeface="Calibri"/>
              </a:rPr>
              <a:t>LA</a:t>
            </a:r>
            <a:r>
              <a:rPr b="0" lang="fr-FR" sz="13500" strike="noStrike" u="none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b="0" lang="fr-FR" sz="13500" strike="noStrike" u="none">
                <a:solidFill>
                  <a:srgbClr val="ffffff"/>
                </a:solidFill>
                <a:uFillTx/>
                <a:latin typeface="Calibri"/>
              </a:rPr>
              <a:t>LOCOMOTIVE</a:t>
            </a:r>
            <a:r>
              <a:rPr b="0" lang="fr-FR" sz="13500" strike="noStrike" u="none">
                <a:solidFill>
                  <a:schemeClr val="lt1"/>
                </a:solidFill>
                <a:uFillTx/>
                <a:latin typeface="Calibri"/>
              </a:rPr>
              <a:t> TIRE LES</a:t>
            </a:r>
            <a:endParaRPr b="0" lang="fr-FR" sz="13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3750"/>
    </mc:Choice>
    <mc:Fallback>
      <p:transition spd="slow" advTm="3000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523880" y="2700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3500" strike="noStrike" u="none">
                <a:solidFill>
                  <a:schemeClr val="lt1"/>
                </a:solidFill>
                <a:uFillTx/>
                <a:latin typeface="Calibri"/>
              </a:rPr>
              <a:t>LE  POLICIER ARRÊTE   LE</a:t>
            </a:r>
            <a:endParaRPr b="0" lang="fr-FR" sz="13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523880" y="267084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0" strike="noStrike" u="none">
                <a:solidFill>
                  <a:schemeClr val="lt1"/>
                </a:solidFill>
                <a:uFillTx/>
                <a:latin typeface="Calibri"/>
              </a:rPr>
              <a:t>J’ECRIS AVEC UN</a:t>
            </a:r>
            <a:endParaRPr b="0" lang="fr-FR" sz="1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500" strike="noStrike" u="none">
                <a:solidFill>
                  <a:schemeClr val="lt1"/>
                </a:solidFill>
                <a:uFillTx/>
                <a:latin typeface="Calibri"/>
              </a:rPr>
              <a:t>LA PRUNE EST   LE FRUIT   DU</a:t>
            </a:r>
            <a:endParaRPr b="0" lang="fr-FR" sz="14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540000" y="2637000"/>
            <a:ext cx="1012608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0" strike="noStrike" u="none">
                <a:solidFill>
                  <a:schemeClr val="lt1"/>
                </a:solidFill>
                <a:uFillTx/>
                <a:latin typeface="Calibri"/>
              </a:rPr>
              <a:t>LE POUSSIN EST  LE PETIT </a:t>
            </a:r>
            <a:br>
              <a:rPr sz="14000"/>
            </a:br>
            <a:r>
              <a:rPr b="0" lang="fr-FR" sz="14000" strike="noStrike" u="none">
                <a:solidFill>
                  <a:schemeClr val="lt1"/>
                </a:solidFill>
                <a:uFillTx/>
                <a:latin typeface="Calibri"/>
              </a:rPr>
              <a:t>DE LA</a:t>
            </a:r>
            <a:endParaRPr b="0" lang="fr-FR" sz="1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3500" strike="noStrike" u="none">
                <a:solidFill>
                  <a:schemeClr val="lt1"/>
                </a:solidFill>
                <a:uFillTx/>
                <a:latin typeface="Calibri"/>
              </a:rPr>
              <a:t>LE  MATIN LE  SOLEIL</a:t>
            </a:r>
            <a:br>
              <a:rPr sz="13500"/>
            </a:br>
            <a:r>
              <a:rPr b="0" lang="fr-FR" sz="13500" strike="noStrike" u="none">
                <a:solidFill>
                  <a:schemeClr val="lt1"/>
                </a:solidFill>
                <a:uFillTx/>
                <a:latin typeface="Calibri"/>
              </a:rPr>
              <a:t>SE</a:t>
            </a:r>
            <a:endParaRPr b="0" lang="fr-FR" sz="13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523880" y="2565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2500" strike="noStrike" u="none">
                <a:solidFill>
                  <a:schemeClr val="lt1"/>
                </a:solidFill>
                <a:uFillTx/>
                <a:latin typeface="Calibri"/>
              </a:rPr>
              <a:t>LA  POMME EST  LE  FRUIT DU</a:t>
            </a:r>
            <a:endParaRPr b="0" lang="fr-FR" sz="12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500" strike="noStrike" u="none">
                <a:solidFill>
                  <a:schemeClr val="lt1"/>
                </a:solidFill>
                <a:uFillTx/>
                <a:latin typeface="Calibri"/>
              </a:rPr>
              <a:t>LE   LION </a:t>
            </a:r>
            <a:br>
              <a:rPr sz="14500"/>
            </a:br>
            <a:r>
              <a:rPr b="0" lang="fr-FR" sz="14500" strike="noStrike" u="none">
                <a:solidFill>
                  <a:schemeClr val="lt1"/>
                </a:solidFill>
                <a:uFillTx/>
                <a:latin typeface="Calibri"/>
              </a:rPr>
              <a:t>EST  LE ROI DES</a:t>
            </a:r>
            <a:endParaRPr b="0" lang="fr-FR" sz="14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523880" y="2637000"/>
            <a:ext cx="91422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3500" strike="noStrike" u="none">
                <a:solidFill>
                  <a:schemeClr val="lt1"/>
                </a:solidFill>
                <a:uFillTx/>
                <a:latin typeface="Calibri"/>
              </a:rPr>
              <a:t>ON  BOIT  LE CAFE   DANS UNE</a:t>
            </a:r>
            <a:endParaRPr b="0" lang="fr-FR" sz="13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advTm="3000" p14:dur="2000"/>
    </mc:Choice>
    <mc:Fallback>
      <p:transition spd="slow" advTm="3000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Application>LibreOffice/24.8.4.2$Linux_X86_64 LibreOffice_project/480$Build-2</Application>
  <AppVersion>15.0000</AppVersion>
  <Words>127</Words>
  <Paragraphs>28</Paragraphs>
  <Company>Hospices Civils de LYON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2021-02-09T11:07:59Z</dcterms:created>
  <dc:creator>BROUTIN, Karine</dc:creator>
  <dc:description/>
  <dc:language>fr-FR</dc:language>
  <cp:lastModifiedBy/>
  <cp:lastPrinted>2025-01-23T15:22:54Z</cp:lastPrinted>
  <dcterms:modified xsi:type="dcterms:W3CDTF">2025-01-23T15:22:48Z</dcterms:modified>
  <cp:revision>13</cp:revision>
  <dc:subject/>
  <dc:title>REPOS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28</vt:i4>
  </property>
</Properties>
</file>